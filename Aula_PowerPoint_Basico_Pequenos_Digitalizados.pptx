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700" b="1">
                <a:solidFill>
                  <a:srgbClr val="FFDC64"/>
                </a:solidFill>
                <a:latin typeface="Aptos"/>
              </a:rPr>
              <a:t>PEQUENOS DIGITALIZADOS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515600" cy="10058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PowerPoint Básico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0"/>
            <a:ext cx="9875520" cy="10058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300" b="0">
                <a:solidFill>
                  <a:srgbClr val="E0E9F2"/>
                </a:solidFill>
                <a:latin typeface="Aptos"/>
              </a:rPr>
              <a:t>Aprendendo passo a passo com exemplos e atividades.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69280"/>
            <a:ext cx="7315200" cy="365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FFDC64"/>
                </a:solidFill>
                <a:latin typeface="Aptos"/>
              </a:rPr>
              <a:t>Aula prática • Iniciantes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126480"/>
            <a:ext cx="7315200" cy="2743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Gabriel Henrique Correa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O que vamos aprender?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Entender para que servem as apresentações.</a:t>
            </a:r>
          </a:p>
          <a:p>
            <a:pPr>
              <a:spcAft>
                <a:spcPts val="13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Criar slides e escolher um layout.</a:t>
            </a:r>
          </a:p>
          <a:p>
            <a:pPr>
              <a:spcAft>
                <a:spcPts val="13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Adicionar texto e imagens.</a:t>
            </a:r>
          </a:p>
          <a:p>
            <a:pPr>
              <a:spcAft>
                <a:spcPts val="13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Organizar uma apresentação com começo, meio e fim.</a:t>
            </a:r>
          </a:p>
          <a:p>
            <a:pPr>
              <a:spcAft>
                <a:spcPts val="13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Apresentar ideias para outras pessoas.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O que é o PowerPoint?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O PowerPoint é um programa para criar apresentações em slides.</a:t>
            </a:r>
          </a:p>
          <a:p>
            <a:pPr>
              <a:spcAft>
                <a:spcPts val="13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Podemos apresentar trabalhos, contar histórias e explicar ideias.</a:t>
            </a:r>
          </a:p>
          <a:p>
            <a:pPr>
              <a:spcAft>
                <a:spcPts val="13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Cada slide funciona como uma página visual da apresentação.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Conhecendo a tela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Miniaturas: mostram os slides da apresentação.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Área do slide: espaço onde montamos o conteúdo.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Faixa de opções: reúne ferramentas para inserir e formatar elementos.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Apresentação de slides: mostra o trabalho em tela cheia.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Criando uma apresentação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Abra o PowerPoint e escolha uma apresentação em branco.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Escolha um tema simples, se desejar.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Clique em Novo Slide para adicionar uma página.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Escolha um layout adequado ao conteúdo.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Salve o arquivo com um nome fácil de reconhecer.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Como montar um bom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Use um título curto e claro.</a:t>
            </a:r>
          </a:p>
          <a:p>
            <a:pPr>
              <a:spcAft>
                <a:spcPts val="13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Prefira poucas frases e palavras importantes.</a:t>
            </a:r>
          </a:p>
          <a:p>
            <a:pPr>
              <a:spcAft>
                <a:spcPts val="13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Escolha letras grandes e fáceis de ler.</a:t>
            </a:r>
          </a:p>
          <a:p>
            <a:pPr>
              <a:spcAft>
                <a:spcPts val="13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Use cores que tenham bom contraste.</a:t>
            </a:r>
          </a:p>
          <a:p>
            <a:pPr>
              <a:spcAft>
                <a:spcPts val="13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Evite encher o slide de informações.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Inserindo texto e imagens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Clique em uma caixa de texto para escrever.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Use Inserir &gt; Imagens para adicionar uma figura.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Redimensione a imagem pelos cantos para manter a proporção.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Posicione os elementos sem cobrir o texto.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Escolha imagens relacionadas ao assunto.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Organizando a apresentação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Slide 1: título e nome de quem apresenta.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Slides do meio: explique uma ideia por vez.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Último slide: conclusão ou agradecimento.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Mantenha um estilo parecido em todos os slides.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Confira a ordem antes de apresentar.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Transições e animações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Transição: efeito ao passar de um slide para outro.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Animação: efeito aplicado a um objeto dentro do slide.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Use poucos efeitos para não distrair quem assiste.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Se possível, teste a apresentação antes de mostrar.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Exemplo: animais favoritos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Crie uma apresentação com 4 slides.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Slide 1: “Meus animais favoritos” e seu nome.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Slides 2 e 3: um animal por slide, com imagem e duas informações.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Slide 4: conclusão ou curiosidade final.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Atividade prática: meu lugar favorito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Crie uma apresentação de 4 a 5 slides.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Apresente um lugar que você gosta (real ou imaginário).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Inclua título, imagens e frases curtas.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Organize os slides em uma sequência lógica.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Apresente para um colega ou para a turma.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Desafio final: conte uma história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Crie uma história curta com começo, meio e fim.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Use pelo menos 5 slides.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Inclua imagens e títulos claros.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Use uma transição discreta, se quiser.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Apresente a história em voz alta.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Revisão: o que aprendemos?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Criar e salvar uma apresentação.</a:t>
            </a:r>
          </a:p>
          <a:p>
            <a:pPr>
              <a:spcAft>
                <a:spcPts val="13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Adicionar e organizar slides.</a:t>
            </a:r>
          </a:p>
          <a:p>
            <a:pPr>
              <a:spcAft>
                <a:spcPts val="13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Usar texto e imagens com clareza.</a:t>
            </a:r>
          </a:p>
          <a:p>
            <a:pPr>
              <a:spcAft>
                <a:spcPts val="13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Aplicar transições com moderação.</a:t>
            </a:r>
          </a:p>
          <a:p>
            <a:pPr>
              <a:spcAft>
                <a:spcPts val="13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Apresentar ideias de forma organizada.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609</Words>
  <Application>Microsoft Office PowerPoint</Application>
  <PresentationFormat>Widescreen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Gabriel Henrique Correa</cp:lastModifiedBy>
  <cp:revision>2</cp:revision>
  <dcterms:created xsi:type="dcterms:W3CDTF">2013-01-27T09:14:16Z</dcterms:created>
  <dcterms:modified xsi:type="dcterms:W3CDTF">2026-09-14T00:12:08Z</dcterms:modified>
  <cp:category/>
</cp:coreProperties>
</file>