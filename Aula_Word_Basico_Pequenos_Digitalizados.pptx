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700" b="1">
                <a:solidFill>
                  <a:srgbClr val="FFDC64"/>
                </a:solidFill>
                <a:latin typeface="Aptos"/>
              </a:rPr>
              <a:t>PEQUENOS DIGITALIZADOS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515600" cy="10058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Word Básico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26080"/>
            <a:ext cx="9875520" cy="10058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300" b="0">
                <a:solidFill>
                  <a:srgbClr val="E0E9F2"/>
                </a:solidFill>
                <a:latin typeface="Aptos"/>
              </a:rPr>
              <a:t>Aprendendo passo a passo com exemplos e atividades.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69280"/>
            <a:ext cx="7315200" cy="3657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600" b="1">
                <a:solidFill>
                  <a:srgbClr val="FFDC64"/>
                </a:solidFill>
                <a:latin typeface="Aptos"/>
              </a:rPr>
              <a:t>Aula prática • Iniciantes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126480"/>
            <a:ext cx="7315200" cy="2743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Gabriel Henrique Correa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700" b="1">
                <a:solidFill>
                  <a:srgbClr val="1B304E"/>
                </a:solidFill>
                <a:latin typeface="Aptos"/>
              </a:rPr>
              <a:t>O que vamos aprender?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60120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1148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300" b="1">
                <a:solidFill>
                  <a:srgbClr val="697480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Conhecer a área de trabalho do Word.</a:t>
            </a:r>
          </a:p>
          <a:p>
            <a:pPr>
              <a:spcAft>
                <a:spcPts val="13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Criar e salvar um documento.</a:t>
            </a:r>
          </a:p>
          <a:p>
            <a:pPr>
              <a:spcAft>
                <a:spcPts val="13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Digitar e editar um texto.</a:t>
            </a:r>
          </a:p>
          <a:p>
            <a:pPr>
              <a:spcAft>
                <a:spcPts val="13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Formatar letras e parágrafos.</a:t>
            </a:r>
          </a:p>
          <a:p>
            <a:pPr>
              <a:spcAft>
                <a:spcPts val="13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Inserir uma imagem e criar uma lista.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700" b="1">
                <a:solidFill>
                  <a:srgbClr val="1B304E"/>
                </a:solidFill>
                <a:latin typeface="Aptos"/>
              </a:rPr>
              <a:t>O que é o Word?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60120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1148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300" b="1">
                <a:solidFill>
                  <a:srgbClr val="697480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O Word é um programa para criar documentos de texto.</a:t>
            </a:r>
          </a:p>
          <a:p>
            <a:pPr>
              <a:spcAft>
                <a:spcPts val="13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Podemos fazer histórias, cartas, trabalhos escolares e convites.</a:t>
            </a:r>
          </a:p>
          <a:p>
            <a:pPr>
              <a:spcAft>
                <a:spcPts val="1300"/>
              </a:spcAft>
              <a:defRPr sz="2200">
                <a:solidFill>
                  <a:srgbClr val="2A3440"/>
                </a:solidFill>
                <a:latin typeface="Aptos"/>
              </a:defRPr>
            </a:pPr>
            <a:r>
              <a:t>•  Também podemos inserir imagens e organizar as informações.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700" b="1">
                <a:solidFill>
                  <a:srgbClr val="1B304E"/>
                </a:solidFill>
                <a:latin typeface="Aptos"/>
              </a:rPr>
              <a:t>Conhecendo a tela do 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60120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1148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300" b="1">
                <a:solidFill>
                  <a:srgbClr val="697480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Documento: a página onde escrevemos.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Faixa de opções: reúne ferramentas como Página Inicial e Inserir.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Barra de ferramentas: atalhos para salvar, desfazer e outras ações.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Cursor: indica onde o texto será digitado.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700" b="1">
                <a:solidFill>
                  <a:srgbClr val="1B304E"/>
                </a:solidFill>
                <a:latin typeface="Aptos"/>
              </a:rPr>
              <a:t>Criando e salvando um documento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60120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1148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300" b="1">
                <a:solidFill>
                  <a:srgbClr val="697480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Abra o Word e escolha Documento em branco.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Digite um título e algumas frases.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Clique em Arquivo &gt; Salvar como.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Escolha uma pasta e escreva um nome para o arquivo.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Clique em Salvar. Dê um nome fácil de reconhecer.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700" b="1">
                <a:solidFill>
                  <a:srgbClr val="1B304E"/>
                </a:solidFill>
                <a:latin typeface="Aptos"/>
              </a:rPr>
              <a:t>Digitando e editando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60120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1148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300" b="1">
                <a:solidFill>
                  <a:srgbClr val="697480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Clique na página e comece a digitar.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Use a tecla Backspace para apagar à esquerda do cursor.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Use Delete para apagar à direita.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Pressione Enter para começar um novo parágrafo.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Use Ctrl+Z para desfazer uma ação, quando disponível.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700" b="1">
                <a:solidFill>
                  <a:srgbClr val="1B304E"/>
                </a:solidFill>
                <a:latin typeface="Aptos"/>
              </a:rPr>
              <a:t>Formatando o texto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60120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1148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300" b="1">
                <a:solidFill>
                  <a:srgbClr val="697480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Selecione o texto que deseja modificar.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Negrito (B) destaca palavras importantes.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Itálico (I) deixa o texto inclinado.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Sublinhado (U) coloca uma linha abaixo do texto.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Escolha tamanho e cor que facilitem a leitura.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700" b="1">
                <a:solidFill>
                  <a:srgbClr val="1B304E"/>
                </a:solidFill>
                <a:latin typeface="Aptos"/>
              </a:rPr>
              <a:t>Alinhamento e parágrafos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60120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1148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300" b="1">
                <a:solidFill>
                  <a:srgbClr val="697480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A3440"/>
                </a:solidFill>
                <a:latin typeface="Aptos"/>
              </a:defRPr>
            </a:pPr>
            <a:r>
              <a:t>•  Alinhar à esquerda: texto começa na margem esquerda.</a:t>
            </a:r>
          </a:p>
          <a:p>
            <a:pPr>
              <a:spcAft>
                <a:spcPts val="1300"/>
              </a:spcAft>
              <a:defRPr sz="1900">
                <a:solidFill>
                  <a:srgbClr val="2A3440"/>
                </a:solidFill>
                <a:latin typeface="Aptos"/>
              </a:defRPr>
            </a:pPr>
            <a:r>
              <a:t>•  Centralizar: útil para títulos.</a:t>
            </a:r>
          </a:p>
          <a:p>
            <a:pPr>
              <a:spcAft>
                <a:spcPts val="1300"/>
              </a:spcAft>
              <a:defRPr sz="1900">
                <a:solidFill>
                  <a:srgbClr val="2A3440"/>
                </a:solidFill>
                <a:latin typeface="Aptos"/>
              </a:defRPr>
            </a:pPr>
            <a:r>
              <a:t>•  Alinhar à direita: texto encosta na margem direita.</a:t>
            </a:r>
          </a:p>
          <a:p>
            <a:pPr>
              <a:spcAft>
                <a:spcPts val="1300"/>
              </a:spcAft>
              <a:defRPr sz="1900">
                <a:solidFill>
                  <a:srgbClr val="2A3440"/>
                </a:solidFill>
                <a:latin typeface="Aptos"/>
              </a:defRPr>
            </a:pPr>
            <a:r>
              <a:t>•  Justificar: ajusta o texto às duas margens.</a:t>
            </a:r>
          </a:p>
          <a:p>
            <a:pPr>
              <a:spcAft>
                <a:spcPts val="1300"/>
              </a:spcAft>
              <a:defRPr sz="1900">
                <a:solidFill>
                  <a:srgbClr val="2A3440"/>
                </a:solidFill>
                <a:latin typeface="Aptos"/>
              </a:defRPr>
            </a:pPr>
            <a:r>
              <a:t>•  Use espaços entre parágrafos para deixar o documento organizado.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700" b="1">
                <a:solidFill>
                  <a:srgbClr val="1B304E"/>
                </a:solidFill>
                <a:latin typeface="Aptos"/>
              </a:rPr>
              <a:t>Criando uma lista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60120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1148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300" b="1">
                <a:solidFill>
                  <a:srgbClr val="697480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Listas ajudam a organizar informações.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Selecione os itens e escolha marcadores ou numeração.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Exemplo: materiais para a escola.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Evite misturar muitos estilos na mesma lista.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920240"/>
            <a:ext cx="4114800" cy="502920"/>
          </a:xfrm>
          <a:prstGeom prst="rect">
            <a:avLst/>
          </a:prstGeom>
          <a:solidFill>
            <a:srgbClr val="27946A"/>
          </a:solidFill>
          <a:ln>
            <a:solidFill>
              <a:srgbClr val="CD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rIns="36576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Material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1920240"/>
            <a:ext cx="4114800" cy="502920"/>
          </a:xfrm>
          <a:prstGeom prst="rect">
            <a:avLst/>
          </a:prstGeom>
          <a:solidFill>
            <a:srgbClr val="27946A"/>
          </a:solidFill>
          <a:ln>
            <a:solidFill>
              <a:srgbClr val="CD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rIns="36576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Quantidade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2423160"/>
            <a:ext cx="4114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D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rIns="36576" rtlCol="0" anchor="ctr"/>
          <a:lstStyle/>
          <a:p>
            <a:pPr algn="ctr"/>
            <a:r>
              <a:rPr sz="1800" b="0">
                <a:solidFill>
                  <a:srgbClr val="2A3440"/>
                </a:solidFill>
                <a:latin typeface="Aptos"/>
              </a:rPr>
              <a:t>Lápis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2423160"/>
            <a:ext cx="4114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D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rIns="36576" rtlCol="0" anchor="ctr"/>
          <a:lstStyle/>
          <a:p>
            <a:pPr algn="l"/>
            <a:r>
              <a:rPr sz="1800" b="0">
                <a:solidFill>
                  <a:srgbClr val="2A3440"/>
                </a:solidFill>
                <a:latin typeface="Aptos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2926080"/>
            <a:ext cx="4114800" cy="502920"/>
          </a:xfrm>
          <a:prstGeom prst="rect">
            <a:avLst/>
          </a:prstGeom>
          <a:solidFill>
            <a:srgbClr val="DDF2E2"/>
          </a:solidFill>
          <a:ln>
            <a:solidFill>
              <a:srgbClr val="CD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rIns="36576" rtlCol="0" anchor="ctr"/>
          <a:lstStyle/>
          <a:p>
            <a:pPr algn="ctr"/>
            <a:r>
              <a:rPr sz="1800" b="0">
                <a:solidFill>
                  <a:srgbClr val="2A3440"/>
                </a:solidFill>
                <a:latin typeface="Aptos"/>
              </a:rPr>
              <a:t>Caderno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57800" y="2926080"/>
            <a:ext cx="4114800" cy="502920"/>
          </a:xfrm>
          <a:prstGeom prst="rect">
            <a:avLst/>
          </a:prstGeom>
          <a:solidFill>
            <a:srgbClr val="DDF2E2"/>
          </a:solidFill>
          <a:ln>
            <a:solidFill>
              <a:srgbClr val="CD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rIns="36576" rtlCol="0" anchor="ctr"/>
          <a:lstStyle/>
          <a:p>
            <a:pPr algn="l"/>
            <a:r>
              <a:rPr sz="1800" b="0">
                <a:solidFill>
                  <a:srgbClr val="2A3440"/>
                </a:solidFill>
                <a:latin typeface="Aptos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3429000"/>
            <a:ext cx="4114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D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rIns="36576" rtlCol="0" anchor="ctr"/>
          <a:lstStyle/>
          <a:p>
            <a:pPr algn="ctr"/>
            <a:r>
              <a:rPr sz="1800" b="0">
                <a:solidFill>
                  <a:srgbClr val="2A3440"/>
                </a:solidFill>
                <a:latin typeface="Aptos"/>
              </a:rPr>
              <a:t>Borracha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3429000"/>
            <a:ext cx="4114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D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rIns="36576" rtlCol="0" anchor="ctr"/>
          <a:lstStyle/>
          <a:p>
            <a:pPr algn="l"/>
            <a:r>
              <a:rPr sz="1800" b="0">
                <a:solidFill>
                  <a:srgbClr val="2A3440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12080"/>
            <a:ext cx="1051560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2000" b="1">
                <a:solidFill>
                  <a:srgbClr val="27946A"/>
                </a:solidFill>
                <a:latin typeface="Aptos"/>
              </a:rPr>
              <a:t>Use marcadores para uma lista simples ou números para uma sequência.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700" b="1">
                <a:solidFill>
                  <a:srgbClr val="1B304E"/>
                </a:solidFill>
                <a:latin typeface="Aptos"/>
              </a:rPr>
              <a:t>Inserindo uma imagem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60120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1148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300" b="1">
                <a:solidFill>
                  <a:srgbClr val="697480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Clique em Inserir &gt; Imagens.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Escolha uma imagem disponível no computador.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Ajuste o tamanho pelas alças dos cantos.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Posicione a imagem perto do texto relacionado.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Use imagens apropriadas e respeite os direitos de uso.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700" b="1">
                <a:solidFill>
                  <a:srgbClr val="1B304E"/>
                </a:solidFill>
                <a:latin typeface="Aptos"/>
              </a:rPr>
              <a:t>Atividade: meu pequeno texto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60120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1148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300" b="1">
                <a:solidFill>
                  <a:srgbClr val="697480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Crie um documento com o título “Meu animal favorito”.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Escreva três frases sobre ele.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Deixe o título centralizado e em negrito.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Crie uma lista com três características.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Insira uma imagem, se houver uma disponível.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Salve como “Meu animal favorito”.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700" b="1">
                <a:solidFill>
                  <a:srgbClr val="1B304E"/>
                </a:solidFill>
                <a:latin typeface="Aptos"/>
              </a:rPr>
              <a:t>Desafio: convite para um evento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60120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1148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300" b="1">
                <a:solidFill>
                  <a:srgbClr val="697480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Crie um convite para uma atividade da turma.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Inclua nome do evento, data, horário e local fictícios.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Use um título grande e centralizado.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Adicione uma imagem ou um símbolo.</a:t>
            </a:r>
          </a:p>
          <a:p>
            <a:pPr>
              <a:spcAft>
                <a:spcPts val="1300"/>
              </a:spcAft>
              <a:defRPr sz="2000">
                <a:solidFill>
                  <a:srgbClr val="2A3440"/>
                </a:solidFill>
                <a:latin typeface="Aptos"/>
              </a:defRPr>
            </a:pPr>
            <a:r>
              <a:t>•  Confira a ortografia e salve o documento.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700" b="1">
                <a:solidFill>
                  <a:srgbClr val="1B304E"/>
                </a:solidFill>
                <a:latin typeface="Aptos"/>
              </a:rPr>
              <a:t>Revisão: o que aprendemos?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60120"/>
            <a:ext cx="1097280" cy="64008"/>
          </a:xfrm>
          <a:prstGeom prst="rect">
            <a:avLst/>
          </a:prstGeom>
          <a:solidFill>
            <a:srgbClr val="279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11480" cy="3200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1300" b="1">
                <a:solidFill>
                  <a:srgbClr val="697480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51560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Criar e salvar um documento.</a:t>
            </a:r>
          </a:p>
          <a:p>
            <a:pPr>
              <a:spcAft>
                <a:spcPts val="13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Digitar, selecionar e editar texto.</a:t>
            </a:r>
          </a:p>
          <a:p>
            <a:pPr>
              <a:spcAft>
                <a:spcPts val="13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Formatar títulos e parágrafos.</a:t>
            </a:r>
          </a:p>
          <a:p>
            <a:pPr>
              <a:spcAft>
                <a:spcPts val="13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Criar listas e inserir imagens.</a:t>
            </a:r>
          </a:p>
          <a:p>
            <a:pPr>
              <a:spcAft>
                <a:spcPts val="1300"/>
              </a:spcAft>
              <a:defRPr sz="2100">
                <a:solidFill>
                  <a:srgbClr val="2A3440"/>
                </a:solidFill>
                <a:latin typeface="Aptos"/>
              </a:defRPr>
            </a:pPr>
            <a:r>
              <a:t>•  Organizar as informações para que sejam fáceis de ler.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641</Words>
  <Application>Microsoft Office PowerPoint</Application>
  <PresentationFormat>Widescreen</PresentationFormat>
  <Paragraphs>95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Gabriel Henrique Correa</cp:lastModifiedBy>
  <cp:revision>2</cp:revision>
  <dcterms:created xsi:type="dcterms:W3CDTF">2013-01-27T09:14:16Z</dcterms:created>
  <dcterms:modified xsi:type="dcterms:W3CDTF">2026-09-14T00:09:59Z</dcterms:modified>
  <cp:category/>
</cp:coreProperties>
</file>